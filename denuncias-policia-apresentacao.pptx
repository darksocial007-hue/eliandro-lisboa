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_fric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_pergunta_obje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_angola_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_angola_portu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_tres_caminh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_trabalhos_relacion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_oito_funcional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_vista_cidad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_vista_administ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_decis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_segu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_te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_limit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_reflex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_fo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